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CA4234-D3CD-4AE7-A669-3A6A7150198D}">
  <a:tblStyle styleId="{87CA4234-D3CD-4AE7-A669-3A6A715019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5.xml"/><Relationship Id="rId22" Type="http://schemas.openxmlformats.org/officeDocument/2006/relationships/font" Target="fonts/Lato-bold.fntdata"/><Relationship Id="rId10" Type="http://schemas.openxmlformats.org/officeDocument/2006/relationships/slide" Target="slides/slide4.xml"/><Relationship Id="rId21" Type="http://schemas.openxmlformats.org/officeDocument/2006/relationships/font" Target="fonts/Lato-regular.fntdata"/><Relationship Id="rId13" Type="http://schemas.openxmlformats.org/officeDocument/2006/relationships/slide" Target="slides/slide7.xml"/><Relationship Id="rId24" Type="http://schemas.openxmlformats.org/officeDocument/2006/relationships/font" Target="fonts/Lato-boldItalic.fntdata"/><Relationship Id="rId12" Type="http://schemas.openxmlformats.org/officeDocument/2006/relationships/slide" Target="slides/slide6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aleway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alew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40d188661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40d188661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40d188661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40d188661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40d188661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40d188661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40d188661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40d188661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40d188661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40d188661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40d188661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40d188661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40d188661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40d188661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40d188661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40d188661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40d188661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40d188661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Task3 - project sammary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By Avigail Blau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Task overview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1900"/>
              <a:t>In this task, there were several subtasks. Each subtask involved a different development tool or required writing code.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1900"/>
              <a:t>For each subtask, I first read and learned about the tool or the requirements, and then I implemented the task.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Practical Implementation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 sz="1900"/>
              <a:t>The development environment I worked in was VS Code, where I installed Python, and I wrote most of the code in Python. In addition, I connected the repository I created in Git to my development environment.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 Work Environment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7600"/>
              <a:t>Operating System: Windows</a:t>
            </a:r>
            <a:br>
              <a:rPr lang="iw" sz="7600"/>
            </a:br>
            <a:endParaRPr sz="7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7600"/>
              <a:t>Code Editor: Visual Studio Code</a:t>
            </a:r>
            <a:br>
              <a:rPr lang="iw" sz="7600"/>
            </a:br>
            <a:endParaRPr sz="7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7600"/>
              <a:t>Programming Language: Python</a:t>
            </a:r>
            <a:br>
              <a:rPr lang="iw" sz="7600"/>
            </a:br>
            <a:endParaRPr sz="7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7600"/>
              <a:t>Version Control: Git &amp; GitHub</a:t>
            </a:r>
            <a:endParaRPr sz="7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Tools Used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4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8800"/>
              <a:t>Python					k3s</a:t>
            </a:r>
            <a:br>
              <a:rPr lang="iw" sz="8800"/>
            </a:br>
            <a:endParaRPr sz="8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8800"/>
              <a:t>Git &amp; GitHub			</a:t>
            </a:r>
            <a:r>
              <a:rPr lang="iw" sz="8800"/>
              <a:t>Markdown</a:t>
            </a:r>
            <a:br>
              <a:rPr lang="iw" sz="8800"/>
            </a:br>
            <a:endParaRPr sz="8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8800"/>
              <a:t>Docker					</a:t>
            </a:r>
            <a:r>
              <a:rPr lang="iw" sz="8800"/>
              <a:t>Typer (CLI tool)</a:t>
            </a:r>
            <a:br>
              <a:rPr lang="iw" sz="8800"/>
            </a:br>
            <a:endParaRPr sz="8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8800"/>
              <a:t>NumPy</a:t>
            </a:r>
            <a:br>
              <a:rPr lang="iw" sz="8800"/>
            </a:br>
            <a:endParaRPr sz="8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iw" sz="8800"/>
            </a:br>
            <a:endParaRPr sz="8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iw" sz="7600"/>
            </a:br>
            <a:endParaRPr sz="7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iw" sz="7600"/>
            </a:br>
            <a:endParaRPr sz="7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 Commands Used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2200"/>
              <a:t>git status							python main.py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2200"/>
              <a:t>git add .							pip install &lt;package&gt;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2200"/>
              <a:t>git commit - m “Message”			git pull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2200"/>
              <a:t>git push -u origin &lt;branch name&gt;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2200"/>
              <a:t>git checkout main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Problems Encountered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 sz="1900"/>
              <a:t>In most cases, I needed to install a new library or plugin in order to implement the exercise, so I encountered installation issues. I also had an issue with Git, where I created the repository in the wrong location, and in addition, I did not link the issue to the pull request during the implementation of the exercises.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What I Learned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 sz="1900"/>
              <a:t>In order to succeed in the task, I had to learn how to study independently, receive a topic I had never worked with before, start learning about it, and then complete a task related to that topic. I also learned how to solve problems even when I am not deeply familiar with the subject.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Conclusions and Tips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 sz="1900"/>
              <a:t>The conclusions are that there is no need to be afraid to approach and work with a new tool, and that some problems that seem difficult are often just a small issue in the code or a missing plugin.</a:t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Gant Chart</a:t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 flipH="1">
            <a:off x="8418050" y="4056225"/>
            <a:ext cx="2646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2" name="Google Shape;142;p22"/>
          <p:cNvGraphicFramePr/>
          <p:nvPr/>
        </p:nvGraphicFramePr>
        <p:xfrm>
          <a:off x="388775" y="193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{87CA4234-D3CD-4AE7-A669-3A6A7150198D}</a:tableStyleId>
              </a:tblPr>
              <a:tblGrid>
                <a:gridCol w="2011525"/>
                <a:gridCol w="1447800"/>
                <a:gridCol w="1447800"/>
                <a:gridCol w="1447800"/>
                <a:gridCol w="1447800"/>
              </a:tblGrid>
              <a:tr h="59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28.12.2025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29.12.2025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30.12.2025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31.12.2025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9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Server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9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Git &amp; Python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9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Python &amp; Docker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9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NumPy &amp; Typer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